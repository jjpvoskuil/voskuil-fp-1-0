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2A3875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2A387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VOSKUIL FP 1.0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reference for app structure, data flow, and where it's headed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updated July 6, 2026  ·  Repo: jjpvoskuil/Voskuil-FP-1-0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tracks, one scoring engine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5394960" cy="2331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Use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dashboard, stock scoring, retirement modeling, and tax monitoring for a Morgan Stanley account.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63640" y="1417320"/>
            <a:ext cx="5394960" cy="2331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Product (Later)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concentrated-value engine, packaged for middle-class investors priced out of institutional research. Target: 2027, after proving the approach personally.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Profile &amp; Philosophy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557784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57, Buffett/Munger concentrated value approach — not diversification theater</a:t>
            </a:r>
            <a:endParaRPr lang="en-US" sz="1250" dirty="0"/>
          </a:p>
          <a:p>
            <a:pPr marL="177800" indent="-1778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home fully paid off — no mortgage obligations</a:t>
            </a:r>
            <a:endParaRPr lang="en-US" sz="1250" dirty="0"/>
          </a:p>
          <a:p>
            <a:pPr marL="177800" indent="-1778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handful of high-conviction positions via owner-earnings analysis, not P/E comparison shopping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63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44805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4480560"/>
            <a:ext cx="5394960" cy="1828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macro market-timing overlay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is evaluated on its own fundamentals — moat, balance sheet, management — under a generic downside-survival stress test. Not a specific predicted economic scenario.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86032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built on, and what changed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61539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Framework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on Streamlit Community Cloud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jjpvoskuil/Voskuil-FP-1-0, main branch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financial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EDGAR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direct from source — no third-party normalization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yfinance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price, market cap, sector, dividend yield — EDGAR has none of this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Morgan Stanley CSV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export → rename → push_files.py → GitHub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Polygon.io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removed — do not reintroduce as a data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86032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sources to the four scoring pages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329184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statements — income, cash flow, balance sheet, history + latest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23360" y="141732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0" y="1417320"/>
            <a:ext cx="329184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price, market cap, sector, dividend yield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0" y="141732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0" y="1417320"/>
            <a:ext cx="329184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Stanley CSV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export → GitHub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03120" y="2194560"/>
            <a:ext cx="210312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69280" y="21945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94760" y="251460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FEF9C3"/>
          </a:solidFill>
          <a:ln w="19050">
            <a:solidFill>
              <a:srgbClr val="CA8A04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2514600"/>
            <a:ext cx="374904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sec_utils.py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scoring engine + DCF (shared by all 4 pages)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91640" y="3291840"/>
            <a:ext cx="306324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3291840"/>
            <a:ext cx="64008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26480" y="3291840"/>
            <a:ext cx="137160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83680" y="3291840"/>
            <a:ext cx="379476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515600" y="2194560"/>
            <a:ext cx="0" cy="1325880"/>
          </a:xfrm>
          <a:prstGeom prst="line">
            <a:avLst/>
          </a:prstGeom>
          <a:noFill/>
          <a:ln w="19050">
            <a:solidFill>
              <a:srgbClr val="86EFA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737360" y="3520440"/>
            <a:ext cx="8778240" cy="0"/>
          </a:xfrm>
          <a:prstGeom prst="line">
            <a:avLst/>
          </a:prstGeom>
          <a:noFill/>
          <a:ln w="19050">
            <a:solidFill>
              <a:srgbClr val="86EFA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737360" y="3520440"/>
            <a:ext cx="0" cy="182880"/>
          </a:xfrm>
          <a:prstGeom prst="line">
            <a:avLst/>
          </a:prstGeom>
          <a:noFill/>
          <a:ln w="19050">
            <a:solidFill>
              <a:srgbClr val="86EFA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37033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703320"/>
            <a:ext cx="260604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Dashboard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score + agent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429000" y="37033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29000" y="3703320"/>
            <a:ext cx="260604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Equity Scout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ticker + 10-K agent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0" y="37033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3703320"/>
            <a:ext cx="260604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Market Screener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scan, persisted cache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372600" y="37033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372600" y="3703320"/>
            <a:ext cx="260604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Compare Stocks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tickers + 10-K agent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480560" y="4480560"/>
            <a:ext cx="3200400" cy="411480"/>
          </a:xfrm>
          <a:prstGeom prst="line">
            <a:avLst/>
          </a:prstGeom>
          <a:noFill/>
          <a:ln w="19050">
            <a:solidFill>
              <a:srgbClr val="F0ABFC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429000" y="4892040"/>
            <a:ext cx="5577840" cy="685800"/>
          </a:xfrm>
          <a:prstGeom prst="roundRect">
            <a:avLst>
              <a:gd name="adj" fmla="val 10667"/>
            </a:avLst>
          </a:prstGeom>
          <a:solidFill>
            <a:srgbClr val="FDF2F8"/>
          </a:solidFill>
          <a:ln w="19050">
            <a:solidFill>
              <a:srgbClr val="DB2777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3429000" y="4892040"/>
            <a:ext cx="557784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github_store.py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 — market screener scan cache + this architecture doc. Survives Streamlit Cloud reboots.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5806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Pages (not part of scoring)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035040"/>
            <a:ext cx="104241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🏔️ Financial Modeler   🏦 MS Financial Modeler   ⬇️ Downloads   ✅ Punch List — see Page Map for detail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686032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via st.navigation() in app.py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  <a:gridCol w="5879592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🛡️ Dashboard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0_Dashboard.py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overview, holdings scoring, hold/add/trim signals, Claude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🔍 Equity Scout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7_Equity_Scout_EDGAR.py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Single-ticker deep dive — full scoring, DCF, historical trends, 10-K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📡 Market Screener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8_Market_Screener_EDGAR.py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Broad-universe scan, persistent scan cache, quant-only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⚖️ Compare Stocks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9_Compare_Stocks_EDGAR.py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Side-by-side (2-5 tickers), score breakdown, trend charts, 10-K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🏔️ Financial Modeler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3_Financial_Modeler.py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Retirement / cash-flow modeling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🏦 MS Financial Modeler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4_MS_Financial_Modeler.py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MS-holdings-specific modeling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⬇️ Downloads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5_Downloads.py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export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Punch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6_Punch_List.py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roadmap tracker + Architecture tab (this deck's live counterpart)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093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Retired, still on disk, not in navigation: 1_Equity_Scout.py, 2_Market_Screener.py (original Polygon-based versions — kept for rollback reference, not reachable from the sidebar)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686032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🛡️ 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overview and holdings scoring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Inputs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56616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Stanley CSV exports (holdings, realized G/L, transactions)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holding symbol (for detail drill-in)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weights (shared committed_weights across pages)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Hold/add/trim thresholds (ROIC, Debt/FCF, P/OE, FCF Yield floors)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2519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&amp; Calculations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51960" y="1737360"/>
            <a:ext cx="356616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~200 raw rows into unique symbols across accounts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holding via the shared 5-criteria EDGAR engine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Hold/Add/Trim verdict — separate from the scoring engine, uses ROIC + Debt/FCF for quality, P/OE + FCF Yield for value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Superinvestor Conviction — how many of 82 tracked value investors hold each position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1737360"/>
            <a:ext cx="365760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Score All Holdings button — batch-scores every unique symbol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holdings table (value, score, symbol)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Account-level breakdown for any selected holding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Ask Claude — portfolio-wide questions, quant only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11274552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069080"/>
            <a:ext cx="11274552" cy="1691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Interconnections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526280"/>
            <a:ext cx="10817352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sec_utils.py (fetch_fundamentals_edgar, score_stock)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to: Equity Scout (Deep Dive button per holding)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committed_weights session state with every other scoring page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686032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🔍  Equity Scout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Single-ticker deep dive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Inputs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56616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 symbol (manual entry or ?ticker=XXX&amp;auto=1 from Dashboard)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weights (own committed_weights, same shared schema)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assumptions — discount rate, terminal growth, projection years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2519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&amp; Calculations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51960" y="1737360"/>
            <a:ext cx="356616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5-criteria score + rebalanced total (see Scoring Engine slide)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Intrinsic Value per share + Margin of Safety, shown under live price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 charts — FCF, ROIC, Gross Margin, Debt/FCF, Interest Coverage, Owner Earnings (all derived year-by-year from raw EDGAR history)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financial statements + raw XBRL concepts (transparency panel)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1737360"/>
            <a:ext cx="365760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EDGAR Raw Data expander — what's driving the score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Full Financial Statements expander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Historical trend charts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Ask Claude — fetches actual 10-K filing text (business, risk factors, MD&amp;A)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11274552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069080"/>
            <a:ext cx="11274552" cy="1691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Interconnections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526280"/>
            <a:ext cx="10817352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sec_utils.py (fetch_fundamentals_edgar, score_stock_breakdown, compute_dcf_value, fetch_10k_sections)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from: Dashboard's Deep Dive button (dive_ticker session handoff)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686032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📡  Market Screener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Broad-universe scan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Inputs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56616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 choice — S&amp;P 500 (~500) or All US Common Stocks (~7,000+, Nasdaq Trader Symbol Directory)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ALL toggle (default on) vs. a seeded random sample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/ Industry / Sub-Industry filters (GICS + SIC codes)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weights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2519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&amp; Calculations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51960" y="1737360"/>
            <a:ext cx="356616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quality scan — 55% quality floor on the price-independent 65 points before a price lookup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pricing + full score for Stage 1 survivors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Creditor detection — full Interest Coverage points if a company earns more interest than it pays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firm / Cyclical firm flags (SIC-code based)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1737360"/>
            <a:ext cx="365760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Re-apply Filters — re-price + re-filter the cached Stage 1 pool, no EDGAR re-fetch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Re-score with New Weights — arithmetic only, near-instant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scan cache (github_store.py) — survives reboots, shows last-scan date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Compare Top 3 / Compare Selected — send tickers to Compare Stocks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11274552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069080"/>
            <a:ext cx="11274552" cy="1691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Interconnections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526280"/>
            <a:ext cx="10817352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sec_utils.py (canonical scoring, imported not duplicated)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Writes: market_screener_scan_cache.json via github_store.py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tickers to: Compare Stocks EDGAR (session state handoff)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686032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⚖️  Compare Stocks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comparison, 2-5 tickers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Inputs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56616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compare_tickers (2-5 tickers, from Market Screener's Compare buttons)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compare_weights (snapshot of weights at time of selection)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assumptions (page-level expander, same as Equity Scout)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2519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&amp; Calculations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51960" y="1737360"/>
            <a:ext cx="356616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breakdown per criterion, side by side across all compared tickers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financial statements by section (Income Statement, Cash Flow, Balance Sheet, Derived Metrics)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Intrinsic Value + Margin of Safety per ticker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 — any line item, all compared tickers on one combined chart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1737360"/>
            <a:ext cx="365760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Click-to-chart — pick any line item, see a combined historical chart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Ask Claude — 10-K-aware, scoped to just the compared tickers, fetched lazily on first question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Auto-resets conversation when the comparison set changes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11274552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069080"/>
            <a:ext cx="11274552" cy="1691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Interconnections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526280"/>
            <a:ext cx="10817352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sec_utils.py (fetch_fundamentals_edgar, score_stock_breakdown, compute_dcf_value, fetch_filings_parallel)</a:t>
            </a:r>
            <a:endParaRPr lang="en-US" sz="11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from: Market Screener's Compare Top 3 / Compare Selected buttons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686032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sec_utils.py — the single source of truth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7315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 Yield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owner earnings relative to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Equity + Total Debt as invested capital (corrected from the old, wrong Total Assets − Current Liabilities formula)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/ FCF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sheet strength; Net Creditor detection gives full points to companies earning more interest than they pay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power / moat durability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 to service debt, cash-basis preferred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Rebalanced to 100 across whatever criteria have data — a missing metric doesn't just lose points, remaining criteria are rescaled proportionally.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8092440" y="1417320"/>
            <a:ext cx="3639312" cy="3429000"/>
          </a:xfrm>
          <a:prstGeom prst="roundRect">
            <a:avLst>
              <a:gd name="adj" fmla="val 2133"/>
            </a:avLst>
          </a:prstGeom>
          <a:solidFill>
            <a:srgbClr val="FEF9C3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1417320"/>
            <a:ext cx="3639312" cy="3429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Intrinsic Value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compute_dcf_value() — two-stage discounted cash flow. Growth rate from the company's own historical FCF trend (clipped to a sane range). Gordon Growth terminal value. Adjustable discount rate, terminal growth, and projection years.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92440" y="5029200"/>
            <a:ext cx="3639312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5029200"/>
            <a:ext cx="3639312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Scored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Price/Owner Earnings is shown as a reference valuation metric — used in Dashboard's hold/trim thresholds, but excluded from the composite score.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686032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&amp; Claude Agents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survives a reboot, and who knows what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(github_store.py)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 wipes the container's filesystem on every reboot/redeploy</a:t>
            </a:r>
            <a:endParaRPr lang="en-US" sz="1200" dirty="0"/>
          </a:p>
          <a:p>
            <a:pPr marL="177800" indent="-1778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list — its own GitHub-backed implementation (predates github_store.py)</a:t>
            </a:r>
            <a:endParaRPr lang="en-US" sz="1200" dirty="0"/>
          </a:p>
          <a:p>
            <a:pPr marL="177800" indent="-1778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Screener scan cache — Stage 1 survivor pool, so a multi-minute full-universe scan isn't repeated on every reboot</a:t>
            </a:r>
            <a:endParaRPr lang="en-US" sz="1200" dirty="0"/>
          </a:p>
          <a:p>
            <a:pPr marL="177800" indent="-1778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 (this content) — editable in-app, saved via github_get_text/put_text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Agent Scopes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303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10-K?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Portfolio-wide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Scout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ticker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Screener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screen (quant only)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2-5 compared tickers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lazy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114800"/>
            <a:ext cx="11274552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114800"/>
            <a:ext cx="11274552" cy="1645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Workflow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has direct git push access via a dedicated fine-grained GitHub PAT (separate from the app's own GITHUB_TOKEN secret). Session-start: paste the token, Claude configures the credentialed remote, verifies with a no-op fetch, then edits/commits/pushes directly — no copy-paste into the GitHub web editor.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686032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Development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open items, from the live punch list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269748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Scoring (8) — mostly High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69748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 Gross Margin, restructure Debt/FCF</a:t>
            </a:r>
            <a:endParaRPr lang="en-US" sz="10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Overhaul ROIC to 10-yr cash basis</a:t>
            </a:r>
            <a:endParaRPr lang="en-US" sz="10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interest coverage (cash-basis)</a:t>
            </a:r>
            <a:endParaRPr lang="en-US" sz="10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firm / cyclical firm flags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10712" y="146304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463040"/>
            <a:ext cx="269748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(12)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10712" y="2103120"/>
            <a:ext cx="269748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#63 Redo stock scoring metrics (scope still open)</a:t>
            </a:r>
            <a:endParaRPr lang="en-US" sz="10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America integration (High)</a:t>
            </a:r>
            <a:endParaRPr lang="en-US" sz="10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score trending</a:t>
            </a:r>
            <a:endParaRPr lang="en-US" sz="10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ingestion phases 1-4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64224" y="146304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463040"/>
            <a:ext cx="269748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Fund Deep Dive (5)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64224" y="2103120"/>
            <a:ext cx="269748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tax monitoring</a:t>
            </a:r>
            <a:endParaRPr lang="en-US" sz="10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modeler allocator + crisis overlays</a:t>
            </a:r>
            <a:endParaRPr lang="en-US" sz="10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Strategy-matched discovery scan</a:t>
            </a:r>
            <a:endParaRPr lang="en-US" sz="10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ETF/fund deep-dive format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317736" y="146304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17736" y="1463040"/>
            <a:ext cx="269748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Later (9)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17736" y="2103120"/>
            <a:ext cx="269748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EDGAR historical ingestion layer</a:t>
            </a:r>
            <a:endParaRPr lang="en-US" sz="10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Morningstar for foreign ADR scoring</a:t>
            </a:r>
            <a:endParaRPr lang="en-US" sz="10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persistence</a:t>
            </a:r>
            <a:endParaRPr lang="en-US" sz="1050" dirty="0"/>
          </a:p>
          <a:p>
            <a:pPr marL="177800" indent="-1778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+ subscription (commercial track)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#63 and the Equity Scoring items (#31-#39) are deliberately kept side by side — scope for the metrics overhaul isn't finalized, so this is a placeholder for "needs work" rather than a decision to reconcile them yet.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686032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This Current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5394960" cy="411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ARCHITECTURE.md in the repo is the source of truth — same principle as the punch list</a:t>
            </a:r>
            <a:endParaRPr lang="en-US" sz="1400" dirty="0"/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in-app Architecture tab (Punch List page) renders and edits it directly, saving straight to GitHub</a:t>
            </a:r>
            <a:endParaRPr lang="en-US" sz="1400" dirty="0"/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is a snapshot generated from that content — regenerate it anytime by asking Claude</a:t>
            </a:r>
            <a:endParaRPr lang="en-US" sz="1400" dirty="0"/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re-reads the repo each session rather than relying on Project Knowledge, which lags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0" y="155448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2A3875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0" y="1554480"/>
            <a:ext cx="5120640" cy="411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edit this deck directly...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Rearrange boxes, tweak wording, add slides — it's yours. If you want those changes folded back into the official architecture record, just re-upload the edited file in a chat with Claude; it'll read it and reconcile the content into ARCHITECTURE.md.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686032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Voskuil FP 1.0 — Architecture</dc:title>
  <dc:subject>PptxGenJS Presentation</dc:subject>
  <dc:creator>Claude + John Voskuil</dc:creator>
  <cp:lastModifiedBy>Claude + John Voskuil</cp:lastModifiedBy>
  <cp:revision>1</cp:revision>
  <dcterms:created xsi:type="dcterms:W3CDTF">2026-07-07T03:04:38Z</dcterms:created>
  <dcterms:modified xsi:type="dcterms:W3CDTF">2026-07-07T03:04:38Z</dcterms:modified>
</cp:coreProperties>
</file>